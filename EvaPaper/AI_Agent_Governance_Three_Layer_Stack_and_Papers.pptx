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914400"/>
            <a:ext cx="2103120" cy="2103120"/>
          </a:xfrm>
          <a:prstGeom prst="ellipse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AI Agent Governance: Three-Layer Stack and Research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3CDDC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3CDDC"/>
                </a:solidFill>
                <a:latin typeface="Aptos"/>
              </a:defRPr>
            </a:pPr>
            <a:r>
              <a:t>Generated locally from the current markdown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F8EFC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55680" cy="521208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"Even if the world forgets, I'll remember for you." — EvaPaper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This report consolidates research on AI Agent Governance, Skill Markdown Validation, and Agent Behavior Evaluation. It presents a Three-Layer Governa…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The latest workflow run over the local indexed corpus sharpens the practical recommendation: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the repo's main focus should remain static-time governance of skills, specs, and agent interactions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runtime governance is still necessary, but it should be treated as a downstream control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Governance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66160" cy="466344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459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8EFC"/>
                </a:solidFill>
                <a:latin typeface="Aptos"/>
              </a:defRPr>
            </a:pPr>
            <a:r>
              <a:t>Layer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Spec validation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Contract boundaries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Skill/package conformance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Human approval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4663440"/>
          </a:xfrm>
          <a:prstGeom prst="roundRect">
            <a:avLst/>
          </a:prstGeom>
          <a:solidFill>
            <a:srgbClr val="1E2F49"/>
          </a:solidFill>
          <a:ln>
            <a:solidFill>
              <a:srgbClr val="1E2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6459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CFB9"/>
                </a:solidFill>
                <a:latin typeface="Aptos"/>
              </a:defRPr>
            </a:pPr>
            <a: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40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Runtime policy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Trust boundaries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Inter-agent authorization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Auditability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566160" cy="466344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6459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6EFF"/>
                </a:solidFill>
                <a:latin typeface="Aptos"/>
              </a:defRPr>
            </a:pPr>
            <a: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40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Behavioral safety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Benchmarks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Policy adherence</a:t>
            </a:r>
          </a:p>
          <a:p>
            <a:pPr>
              <a:spcAft>
                <a:spcPts val="800"/>
              </a:spcAft>
              <a:defRPr sz="1300">
                <a:solidFill>
                  <a:srgbClr val="C3CDDC"/>
                </a:solidFill>
                <a:latin typeface="Aptos"/>
              </a:defRPr>
            </a:pPr>
            <a:r>
              <a:t>Real-world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6EFF"/>
                </a:solidFill>
              </a:defRPr>
            </a:pPr>
            <a:r>
              <a:t>Illustrated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ptos"/>
              </a:defRPr>
            </a:pPr>
            <a:r>
              <a:t>June 7 Scout Addendum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55680" cy="521208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SkillSafetyBench (arXiv:2605.12015)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Measuring Compositional Risk (arXiv:2606.00448)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AgentTrap (arXiv:2605.13940)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Skill-as-Pseudocode (SaP) (arXiv:2605.27955)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KYA (arXiv:2605.25376)</a:t>
            </a:r>
          </a:p>
          <a:p>
            <a:pPr>
              <a:spcAft>
                <a:spcPts val="1000"/>
              </a:spcAft>
              <a:defRPr sz="1800">
                <a:solidFill>
                  <a:srgbClr val="C3CDDC"/>
                </a:solidFill>
                <a:latin typeface="Aptos"/>
              </a:defRPr>
            </a:pPr>
            <a:r>
              <a:t>Auditing, Monitoring, and Intervention (arXiv:2605.16198)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B347"/>
                </a:solidFill>
              </a:defRPr>
            </a:pPr>
            <a:r>
              <a:t>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3CDDC"/>
                </a:solidFill>
                <a:latin typeface="Aptos"/>
              </a:defRPr>
            </a:pPr>
            <a:r>
              <a:t>Curated from the current markdown report</a:t>
            </a:r>
          </a:p>
        </p:txBody>
      </p:sp>
      <p:sp>
        <p:nvSpPr>
          <p:cNvPr id="6" name="Hexagon 5"/>
          <p:cNvSpPr/>
          <p:nvPr/>
        </p:nvSpPr>
        <p:spPr>
          <a:xfrm>
            <a:off x="9509760" y="1645920"/>
            <a:ext cx="1645920" cy="1645920"/>
          </a:xfrm>
          <a:prstGeom prst="hexagon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F8EFC"/>
                </a:solidFill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June 7, 2026 findings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The latest workflow run over the local indexed corpus sharpens the practical recommendation: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the repo's main focus should remain static-time governance of skills, specs, and agent interactions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runtime governance is still necessary, but it should be treated as a downstream control layer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the strongest current static-first set in the corpus is: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Skilldex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F8EFC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June 7, 2026 scout addendum: six newly surfaced papers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The latest scout update adds six papers that materially improve the stack, especially around skill composition, verifiable skill representations, and…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SkillSafetyBench (arXiv:2605.12015)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First benchmark specifically targeting skill-level attack surfaces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Most relevant to Layer 0 + Layer 2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Why it matters: governance at the skill layer needs a benchmark, not just threat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F8EFC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Papers &amp;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3CDDC"/>
                </a:solidFill>
                <a:latin typeface="Aptos"/>
              </a:defRPr>
            </a:pPr>
            <a:r>
              <a:t>Curated from the current markdown report</a:t>
            </a:r>
          </a:p>
        </p:txBody>
      </p:sp>
      <p:sp>
        <p:nvSpPr>
          <p:cNvPr id="6" name="Hexagon 5"/>
          <p:cNvSpPr/>
          <p:nvPr/>
        </p:nvSpPr>
        <p:spPr>
          <a:xfrm>
            <a:off x="9509760" y="1645920"/>
            <a:ext cx="1645920" cy="1645920"/>
          </a:xfrm>
          <a:prstGeom prst="hexagon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1. BeSafe-Bench (BSB)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arXiv ID: 2603.25747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URL: https://arxiv.org/abs/2603.25747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PDF: https://arxiv.org/pdf/2603.25747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Authors: Xuetao Wei et al.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Date: 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2. ST-WebAgentBench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arXiv ID: 2410.06703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URL: https://arxiv.org/abs/2410.06703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PDF: https://arxiv.org/pdf/2410.06703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Authors: Research team focusing on web agent safety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Date: October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3. Layered Governance Architecture (LGA)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arXiv ID: 2603.07191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URL: https://arxiv.org/abs/2603.07191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PDF: https://arxiv.org/pdf/2603.07191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Authors: Security research team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Date: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4. Skilldex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arXiv ID: 2604.16911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URL: https://arxiv.org/abs/2604.16911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PDF: https://arxiv.org/pdf/2604.16911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Authors: Skill package research team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Date: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The Three-Layer Stack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3CDDC"/>
                </a:solidFill>
                <a:latin typeface="Aptos"/>
              </a:defRPr>
            </a:pPr>
            <a:r>
              <a:t>Curated from the current markdown report</a:t>
            </a:r>
          </a:p>
        </p:txBody>
      </p:sp>
      <p:sp>
        <p:nvSpPr>
          <p:cNvPr id="6" name="Hexagon 5"/>
          <p:cNvSpPr/>
          <p:nvPr/>
        </p:nvSpPr>
        <p:spPr>
          <a:xfrm>
            <a:off x="9509760" y="1645920"/>
            <a:ext cx="1645920" cy="1645920"/>
          </a:xfrm>
          <a:prstGeom prst="hexagon">
            <a:avLst/>
          </a:prstGeom>
          <a:solidFill>
            <a:srgbClr val="A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6EFF"/>
                </a:solidFill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Layer 0: Spec-Level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Goal: Ensure every skill specification is correct, complete, and safe before it ever reaches an agent.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Key papers: Skilldex, GovernSpec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Key questions: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Does the skill follow the format specification?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Are goals, boundaries, and permissions declared?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6EFF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Layer 1: Runtime-Level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Goal: Ensure every agent execution is sandboxed, verified, authorized, and logged.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Key papers: LGA, OWASP (Prompt Injection, Excessive Agency)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Key questions: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Is the agent executing in a sandbox?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Is the intent verified before tool invocation?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6EFF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Layer 2: Behavioral-Level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Goal: Ensure every agent behaves safely and trustworthily in real-world tasks.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Key papers: BeSafe-Bench, ST-WebAgentBench, Agent Evaluation Guide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Key questions: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Does the agent complete tasks while adhering to safety constraints?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Does it violate policies under task pressure?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66EFF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3CDDC"/>
                </a:solidFill>
                <a:latin typeface="Aptos"/>
              </a:defRPr>
            </a:pPr>
            <a:r>
              <a:t>Curated from the current markdown report</a:t>
            </a:r>
          </a:p>
        </p:txBody>
      </p:sp>
      <p:sp>
        <p:nvSpPr>
          <p:cNvPr id="6" name="Hexagon 5"/>
          <p:cNvSpPr/>
          <p:nvPr/>
        </p:nvSpPr>
        <p:spPr>
          <a:xfrm>
            <a:off x="9509760" y="1645920"/>
            <a:ext cx="1645920" cy="1645920"/>
          </a:xfrm>
          <a:prstGeom prst="hexagon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B347"/>
                </a:solidFill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Immediate (30 days)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Adopt GovernSpec's 12 contract sections for all skill specifications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Deploy Skilldex for validation — check 100% of skill packages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Map existing skills to OWASP Top 10 — identify which risks are unaddressed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B347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Short-term (90 days)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Implement LGA Layer 1 (sandboxing) for all agent execution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Deploy ST-WebAgentBench for web agent evaluation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Establish baseline with BeSafe-Bench on current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B347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Strategic (12 months)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Full LGA stack — all four layers operational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Microsoft-style governance toolkit — registration, policy, audit, evaluation, human-in-the-loop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Continuous evaluation — weekly safety benchmarks with automated reporting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B347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3CDDC"/>
                </a:solidFill>
                <a:latin typeface="Aptos"/>
              </a:defRPr>
            </a:pPr>
            <a:r>
              <a:t>Curated from the current markdown report</a:t>
            </a:r>
          </a:p>
        </p:txBody>
      </p:sp>
      <p:sp>
        <p:nvSpPr>
          <p:cNvPr id="6" name="Hexagon 5"/>
          <p:cNvSpPr/>
          <p:nvPr/>
        </p:nvSpPr>
        <p:spPr>
          <a:xfrm>
            <a:off x="9509760" y="1645920"/>
            <a:ext cx="1645920" cy="1645920"/>
          </a:xfrm>
          <a:prstGeom prst="hexagon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F8EFC"/>
                </a:solidFill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F8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The data is clear: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34% of community skill packages are malformed (Skilldex)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89% of attacks succeed against baseline guardrails (LGA)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60%+ of tasks have safety violations (BeSafe-Bench)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40% of agent projects face cancellation (Agent Evaluation Guide)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F8EFC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7FA"/>
                </a:solidFill>
                <a:latin typeface="Aptos"/>
              </a:defRPr>
            </a:pPr>
            <a:r>
              <a:t>Workflow Run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3CDDC"/>
                </a:solidFill>
                <a:latin typeface="Aptos"/>
              </a:defRPr>
            </a:pPr>
            <a:r>
              <a:t>Curated from the current markdown report</a:t>
            </a:r>
          </a:p>
        </p:txBody>
      </p:sp>
      <p:sp>
        <p:nvSpPr>
          <p:cNvPr id="6" name="Hexagon 5"/>
          <p:cNvSpPr/>
          <p:nvPr/>
        </p:nvSpPr>
        <p:spPr>
          <a:xfrm>
            <a:off x="9509760" y="1645920"/>
            <a:ext cx="1645920" cy="1645920"/>
          </a:xfrm>
          <a:prstGeom prst="hexagon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Run 2026-06-07 13:33:31 UTC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Mode: static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Query: agent governance skill markdown validation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Question: which papers are about static checking of agent interactions?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Discovery graph: 0 seeds, 0 candidates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Input tokens: 1234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Run 2026-06-07 13:35:24 UTC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Mode: static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Query: agent governance skill markdown validation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Question: which papers are about static checking of agent interactions?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Discovery graph: 0 seeds, 0 candidates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Input tokens: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CF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7FA"/>
                </a:solidFill>
                <a:latin typeface="Aptos"/>
              </a:defRPr>
            </a:pPr>
            <a:r>
              <a:t>Run 2026-06-07 13:52:47 UTC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303520"/>
          </a:xfrm>
          <a:prstGeom prst="round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Mode: static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Query: agent governance skill markdown validation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Question: which papers are about static checking of agent interactions?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Discovery graph: 0 seeds, 0 candidates</a:t>
            </a:r>
          </a:p>
          <a:p>
            <a:pPr>
              <a:spcAft>
                <a:spcPts val="1000"/>
              </a:spcAft>
              <a:defRPr sz="1600">
                <a:solidFill>
                  <a:srgbClr val="C3CDDC"/>
                </a:solidFill>
                <a:latin typeface="Aptos"/>
              </a:defRPr>
            </a:pPr>
            <a:r>
              <a:t>Input tokens: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ECFB9"/>
                </a:solidFill>
              </a:defRPr>
            </a:pPr>
            <a:r>
              <a:t>EvaPaper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